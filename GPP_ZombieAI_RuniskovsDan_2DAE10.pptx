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GPP Exam: Zombie AI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Made by Runiskovs Dan</a:t>
            </a:r>
            <a:endParaRPr lang="en-BE" i="1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BE9CA-E8FF-168B-98B2-B0B5332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386" y="0"/>
            <a:ext cx="7110614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A8C434-5A88-62E3-A832-7718B926FAA8}"/>
              </a:ext>
            </a:extLst>
          </p:cNvPr>
          <p:cNvSpPr txBox="1"/>
          <p:nvPr/>
        </p:nvSpPr>
        <p:spPr>
          <a:xfrm>
            <a:off x="838200" y="1708976"/>
            <a:ext cx="32004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Surviving based on 2 main principles: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Try Survive</a:t>
            </a:r>
          </a:p>
          <a:p>
            <a:pPr marL="285750" indent="-285750">
              <a:buFontTx/>
              <a:buChar char="-"/>
            </a:pPr>
            <a:r>
              <a:rPr lang="en-US" dirty="0"/>
              <a:t>Try Recover (taking priority)</a:t>
            </a:r>
            <a:endParaRPr lang="en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CA2513-FCE0-B433-448B-B0675B66D9DD}"/>
              </a:ext>
            </a:extLst>
          </p:cNvPr>
          <p:cNvSpPr txBox="1"/>
          <p:nvPr/>
        </p:nvSpPr>
        <p:spPr>
          <a:xfrm>
            <a:off x="838200" y="3657600"/>
            <a:ext cx="32004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/>
              <a:t>Record of survival +/- 5min</a:t>
            </a:r>
          </a:p>
          <a:p>
            <a:pPr algn="just"/>
            <a:r>
              <a:rPr lang="en-US" dirty="0"/>
              <a:t> – happened in the background trust me :D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638A6-28A6-76A6-5707-A1B17330C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77" y="4585044"/>
            <a:ext cx="1748617" cy="1564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A0F075-1D0B-18A0-C8C7-6F5DDD2CD436}"/>
              </a:ext>
            </a:extLst>
          </p:cNvPr>
          <p:cNvSpPr txBox="1"/>
          <p:nvPr/>
        </p:nvSpPr>
        <p:spPr>
          <a:xfrm>
            <a:off x="726082" y="4150568"/>
            <a:ext cx="2271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Guns? Run away: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424DC3-858E-E7F0-EC01-68142EDA2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439" y="4585043"/>
            <a:ext cx="1776652" cy="15642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FB02E7-BF35-D5E3-15B7-733485496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06" y="4585043"/>
            <a:ext cx="1527523" cy="1564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7C06F8-5FD6-3D97-8AD0-5581055BB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21" y="2111933"/>
            <a:ext cx="1510932" cy="15642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0736BF-90F1-6D3F-12F0-AC8EABE8A6C5}"/>
              </a:ext>
            </a:extLst>
          </p:cNvPr>
          <p:cNvSpPr txBox="1"/>
          <p:nvPr/>
        </p:nvSpPr>
        <p:spPr>
          <a:xfrm>
            <a:off x="673767" y="1659087"/>
            <a:ext cx="3687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 Guns? See -&gt; Turn -&gt; Shoot:</a:t>
            </a:r>
            <a:endParaRPr lang="en-B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D08828-4A1A-1C59-1610-9987015CE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1025" y="2111932"/>
            <a:ext cx="1525951" cy="156425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6EC9D713-60B2-19D2-7599-FEAD327822AF}"/>
              </a:ext>
            </a:extLst>
          </p:cNvPr>
          <p:cNvSpPr/>
          <p:nvPr/>
        </p:nvSpPr>
        <p:spPr>
          <a:xfrm>
            <a:off x="2479994" y="5131801"/>
            <a:ext cx="946445" cy="47074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233A850-B2E7-9964-CA5E-26ECFA2CB9AF}"/>
              </a:ext>
            </a:extLst>
          </p:cNvPr>
          <p:cNvSpPr/>
          <p:nvPr/>
        </p:nvSpPr>
        <p:spPr>
          <a:xfrm>
            <a:off x="5212276" y="5131800"/>
            <a:ext cx="946445" cy="47074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62AB99F-3A25-7C2D-8E73-89F6694479A1}"/>
              </a:ext>
            </a:extLst>
          </p:cNvPr>
          <p:cNvSpPr/>
          <p:nvPr/>
        </p:nvSpPr>
        <p:spPr>
          <a:xfrm>
            <a:off x="2247753" y="2595047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2C9D1-9BE3-62BD-C262-793BD35FAB85}"/>
              </a:ext>
            </a:extLst>
          </p:cNvPr>
          <p:cNvSpPr txBox="1"/>
          <p:nvPr/>
        </p:nvSpPr>
        <p:spPr>
          <a:xfrm>
            <a:off x="731525" y="3676191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Looking around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42E8FE-E694-0E6A-81D8-7E49DA1264AA}"/>
              </a:ext>
            </a:extLst>
          </p:cNvPr>
          <p:cNvSpPr txBox="1"/>
          <p:nvPr/>
        </p:nvSpPr>
        <p:spPr>
          <a:xfrm>
            <a:off x="3116044" y="3676191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Notices Zombie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B50CB-A817-1D18-B65D-856CE53CE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055" y="2096826"/>
            <a:ext cx="1573062" cy="1564258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CA50A39D-4201-0EA8-8EE5-BEEC52C05067}"/>
              </a:ext>
            </a:extLst>
          </p:cNvPr>
          <p:cNvSpPr/>
          <p:nvPr/>
        </p:nvSpPr>
        <p:spPr>
          <a:xfrm>
            <a:off x="4626976" y="2586501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AA0055-E039-1EA2-0ACB-5AB63BCC4DA7}"/>
              </a:ext>
            </a:extLst>
          </p:cNvPr>
          <p:cNvSpPr txBox="1"/>
          <p:nvPr/>
        </p:nvSpPr>
        <p:spPr>
          <a:xfrm>
            <a:off x="7955185" y="3661084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Zombie’s dead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C8FA1C-C96F-CEC6-40A3-040AA952D5DF}"/>
              </a:ext>
            </a:extLst>
          </p:cNvPr>
          <p:cNvSpPr txBox="1"/>
          <p:nvPr/>
        </p:nvSpPr>
        <p:spPr>
          <a:xfrm>
            <a:off x="5528851" y="2467099"/>
            <a:ext cx="151093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Split second turn + shoot</a:t>
            </a:r>
          </a:p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(Physics allow)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4FDB383-B4D5-3AE6-BE3C-F9A7B62B4C60}"/>
              </a:ext>
            </a:extLst>
          </p:cNvPr>
          <p:cNvSpPr/>
          <p:nvPr/>
        </p:nvSpPr>
        <p:spPr>
          <a:xfrm>
            <a:off x="7039783" y="2598936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CE438D-21D7-D484-1BBF-D6D58518C34F}"/>
              </a:ext>
            </a:extLst>
          </p:cNvPr>
          <p:cNvSpPr txBox="1"/>
          <p:nvPr/>
        </p:nvSpPr>
        <p:spPr>
          <a:xfrm>
            <a:off x="850219" y="6136894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Looking around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72C05A-D980-6885-9A55-CB1B97080963}"/>
              </a:ext>
            </a:extLst>
          </p:cNvPr>
          <p:cNvSpPr txBox="1"/>
          <p:nvPr/>
        </p:nvSpPr>
        <p:spPr>
          <a:xfrm>
            <a:off x="3568484" y="6154321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Looking around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B2DAC6-115C-89E5-7964-09A05EED1351}"/>
              </a:ext>
            </a:extLst>
          </p:cNvPr>
          <p:cNvSpPr txBox="1"/>
          <p:nvPr/>
        </p:nvSpPr>
        <p:spPr>
          <a:xfrm>
            <a:off x="6184497" y="6136894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Try Flee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875BB-CE21-156B-83E4-C4A8EE4356B7}"/>
              </a:ext>
            </a:extLst>
          </p:cNvPr>
          <p:cNvSpPr txBox="1"/>
          <p:nvPr/>
        </p:nvSpPr>
        <p:spPr>
          <a:xfrm>
            <a:off x="8487403" y="4905505"/>
            <a:ext cx="227155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/>
              <a:t>Fleeing has a time limit (5sec) to avoid running away for ever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FF825-1BA2-0909-DA00-0F30FC32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9523"/>
            <a:ext cx="1482032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D7132-E5CF-C5DB-79C7-9A25E2A5179F}"/>
              </a:ext>
            </a:extLst>
          </p:cNvPr>
          <p:cNvSpPr txBox="1"/>
          <p:nvPr/>
        </p:nvSpPr>
        <p:spPr>
          <a:xfrm>
            <a:off x="838200" y="2945086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See house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0F800E-3D73-4E2E-70B3-5E5438BB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504" y="1619523"/>
            <a:ext cx="2170161" cy="1322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A49C0B-B92C-4F51-1D21-E1A7F804B69E}"/>
              </a:ext>
            </a:extLst>
          </p:cNvPr>
          <p:cNvSpPr txBox="1"/>
          <p:nvPr/>
        </p:nvSpPr>
        <p:spPr>
          <a:xfrm>
            <a:off x="3173505" y="2941843"/>
            <a:ext cx="217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Loot the place, throw out garbage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CC587A-8D27-36A9-00AE-97BC04E94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937" y="1614910"/>
            <a:ext cx="3176016" cy="13269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8C9308E-4C70-7D52-AD2C-2805C2539A78}"/>
              </a:ext>
            </a:extLst>
          </p:cNvPr>
          <p:cNvSpPr txBox="1"/>
          <p:nvPr/>
        </p:nvSpPr>
        <p:spPr>
          <a:xfrm>
            <a:off x="6699864" y="2940473"/>
            <a:ext cx="2170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Loot the next house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324A8D-2338-023E-C08F-6B8C525A6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860425"/>
            <a:ext cx="3401495" cy="16219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30B4E0-CC73-53BF-4D1A-316DBDA8CD5F}"/>
              </a:ext>
            </a:extLst>
          </p:cNvPr>
          <p:cNvSpPr txBox="1"/>
          <p:nvPr/>
        </p:nvSpPr>
        <p:spPr>
          <a:xfrm>
            <a:off x="1453866" y="5496921"/>
            <a:ext cx="2170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Ignore other items if inventory full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FD2C9B-7C59-126B-BC05-95F7D853DCD7}"/>
              </a:ext>
            </a:extLst>
          </p:cNvPr>
          <p:cNvSpPr txBox="1"/>
          <p:nvPr/>
        </p:nvSpPr>
        <p:spPr>
          <a:xfrm>
            <a:off x="6004635" y="4348233"/>
            <a:ext cx="389534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After item usage (guns/food/med kits) </a:t>
            </a:r>
          </a:p>
          <a:p>
            <a:r>
              <a:rPr lang="en-US" dirty="0"/>
              <a:t>-&gt; throw away if fully used  (Value==0)</a:t>
            </a:r>
            <a:endParaRPr lang="en-BE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0CEEA59-DA9F-C4B2-B7B1-209602F039AB}"/>
              </a:ext>
            </a:extLst>
          </p:cNvPr>
          <p:cNvSpPr/>
          <p:nvPr/>
        </p:nvSpPr>
        <p:spPr>
          <a:xfrm>
            <a:off x="2320232" y="2067690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1B90721-A868-988C-624E-23E5B5391C19}"/>
              </a:ext>
            </a:extLst>
          </p:cNvPr>
          <p:cNvSpPr/>
          <p:nvPr/>
        </p:nvSpPr>
        <p:spPr>
          <a:xfrm>
            <a:off x="5343665" y="2048944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F1C8A-71A2-88F8-EB31-B346ECFD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13" y="0"/>
            <a:ext cx="5330887" cy="2157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5785F4-168D-C69A-4559-DD52ED71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41058"/>
            <a:ext cx="2426208" cy="21582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D574DB-F09B-192A-9423-396AC8183C2B}"/>
              </a:ext>
            </a:extLst>
          </p:cNvPr>
          <p:cNvSpPr txBox="1"/>
          <p:nvPr/>
        </p:nvSpPr>
        <p:spPr>
          <a:xfrm>
            <a:off x="838200" y="5299341"/>
            <a:ext cx="2426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Example of “Seek”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F61679-93C8-7855-8F07-AD7BF6E34A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788"/>
          <a:stretch>
            <a:fillRect/>
          </a:stretch>
        </p:blipFill>
        <p:spPr>
          <a:xfrm>
            <a:off x="3606027" y="3126976"/>
            <a:ext cx="2136405" cy="21723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DA9DFF-AB23-A08D-975B-AD18A0BDB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762" b="52160"/>
          <a:stretch>
            <a:fillRect/>
          </a:stretch>
        </p:blipFill>
        <p:spPr>
          <a:xfrm>
            <a:off x="4074728" y="2256342"/>
            <a:ext cx="1835792" cy="10861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6B8690-8B17-8C79-CB92-AC6AF3431F18}"/>
              </a:ext>
            </a:extLst>
          </p:cNvPr>
          <p:cNvSpPr txBox="1"/>
          <p:nvPr/>
        </p:nvSpPr>
        <p:spPr>
          <a:xfrm>
            <a:off x="3461125" y="5299341"/>
            <a:ext cx="2426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Example of “Flee”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354530-53A3-FADA-747F-2E507437B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034" y="3141058"/>
            <a:ext cx="2373315" cy="21582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1172CC-7DCF-5E98-7A09-312D7191E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778" y="3707932"/>
            <a:ext cx="923840" cy="8441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5D139A4-7100-EF62-CA17-E0E3B9F4E652}"/>
              </a:ext>
            </a:extLst>
          </p:cNvPr>
          <p:cNvSpPr txBox="1"/>
          <p:nvPr/>
        </p:nvSpPr>
        <p:spPr>
          <a:xfrm>
            <a:off x="6304669" y="5299341"/>
            <a:ext cx="2426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Example of “Look at”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1C9226-DF5A-BD0C-5571-E1EEA9282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050" y="3141058"/>
            <a:ext cx="2189628" cy="21582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5C119D6-6FCC-3137-6E11-C4F1A8CBF77E}"/>
              </a:ext>
            </a:extLst>
          </p:cNvPr>
          <p:cNvSpPr txBox="1"/>
          <p:nvPr/>
        </p:nvSpPr>
        <p:spPr>
          <a:xfrm>
            <a:off x="9079760" y="5299341"/>
            <a:ext cx="2426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Example of “Wander”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AD8596-71EE-1F2A-C896-E65177B6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6547"/>
            <a:ext cx="1762891" cy="1604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CE2537-E0D1-77AD-7E89-DD0389BFD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237" y="1537631"/>
            <a:ext cx="1581194" cy="1603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4ACF5E-C052-094E-4854-7301C723A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703" y="1536547"/>
            <a:ext cx="2219341" cy="1599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101A36-E35F-5A7D-617A-23A0807BB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173789"/>
            <a:ext cx="2331006" cy="15997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82241A-171C-88FF-71E1-0C1F57B5E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478" y="4173789"/>
            <a:ext cx="1838226" cy="16174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2537A6A-3D72-806F-A5D5-8549676A4C28}"/>
              </a:ext>
            </a:extLst>
          </p:cNvPr>
          <p:cNvSpPr txBox="1"/>
          <p:nvPr/>
        </p:nvSpPr>
        <p:spPr>
          <a:xfrm>
            <a:off x="964179" y="3149611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Sees a house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A80ABA-6A35-665C-D96F-73000AAF3308}"/>
              </a:ext>
            </a:extLst>
          </p:cNvPr>
          <p:cNvSpPr txBox="1"/>
          <p:nvPr/>
        </p:nvSpPr>
        <p:spPr>
          <a:xfrm>
            <a:off x="3330721" y="3136636"/>
            <a:ext cx="1838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Loot it (if possible)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98B371-9822-4521-8964-C9CAA223A281}"/>
              </a:ext>
            </a:extLst>
          </p:cNvPr>
          <p:cNvSpPr txBox="1"/>
          <p:nvPr/>
        </p:nvSpPr>
        <p:spPr>
          <a:xfrm>
            <a:off x="6247907" y="3142773"/>
            <a:ext cx="1510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Wander out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140267-A31B-EDCC-79F0-7A19B2474EE1}"/>
              </a:ext>
            </a:extLst>
          </p:cNvPr>
          <p:cNvSpPr txBox="1"/>
          <p:nvPr/>
        </p:nvSpPr>
        <p:spPr>
          <a:xfrm>
            <a:off x="8580480" y="1907448"/>
            <a:ext cx="29718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/>
              <a:t>Postmortem: If I had a tiny bit more time, I would make it consciously exit houses</a:t>
            </a:r>
            <a:endParaRPr lang="en-B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9FF314-9037-B217-FB8C-645D6EEE5CED}"/>
              </a:ext>
            </a:extLst>
          </p:cNvPr>
          <p:cNvSpPr txBox="1"/>
          <p:nvPr/>
        </p:nvSpPr>
        <p:spPr>
          <a:xfrm>
            <a:off x="964178" y="5801989"/>
            <a:ext cx="1994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Sees next house</a:t>
            </a:r>
          </a:p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(ignore up to 3 recently visited ones)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CBF88C-A187-3D68-B91E-C9290AAE9D2C}"/>
              </a:ext>
            </a:extLst>
          </p:cNvPr>
          <p:cNvSpPr txBox="1"/>
          <p:nvPr/>
        </p:nvSpPr>
        <p:spPr>
          <a:xfrm>
            <a:off x="4022478" y="5789482"/>
            <a:ext cx="1838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Loot it (if possible)</a:t>
            </a:r>
            <a:endParaRPr lang="en-B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D5B7E9C-8D31-6E70-C297-3560E85A831D}"/>
              </a:ext>
            </a:extLst>
          </p:cNvPr>
          <p:cNvSpPr/>
          <p:nvPr/>
        </p:nvSpPr>
        <p:spPr>
          <a:xfrm>
            <a:off x="2605965" y="2139643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D459661-6B94-1AA3-D0D8-B288B6F10470}"/>
              </a:ext>
            </a:extLst>
          </p:cNvPr>
          <p:cNvSpPr/>
          <p:nvPr/>
        </p:nvSpPr>
        <p:spPr>
          <a:xfrm>
            <a:off x="5040431" y="2137375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D838C88-50D8-6EC6-44EA-70872DD5E9B1}"/>
              </a:ext>
            </a:extLst>
          </p:cNvPr>
          <p:cNvSpPr/>
          <p:nvPr/>
        </p:nvSpPr>
        <p:spPr>
          <a:xfrm>
            <a:off x="3169206" y="4741905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63E5847-5F80-06E4-74C4-29C9CAF98B2C}"/>
              </a:ext>
            </a:extLst>
          </p:cNvPr>
          <p:cNvSpPr/>
          <p:nvPr/>
        </p:nvSpPr>
        <p:spPr>
          <a:xfrm rot="17959770">
            <a:off x="5517458" y="3417966"/>
            <a:ext cx="853272" cy="463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2F1175-5E8C-CFDE-D598-8BB47CF936FC}"/>
              </a:ext>
            </a:extLst>
          </p:cNvPr>
          <p:cNvSpPr txBox="1"/>
          <p:nvPr/>
        </p:nvSpPr>
        <p:spPr>
          <a:xfrm>
            <a:off x="6353484" y="4382371"/>
            <a:ext cx="547802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/>
              <a:t>I must admit: one of late bug fixing sessions introduced a bug that SOMETIMES the Survivalist re-enters a house right after exiting, or does not remember visiting a house (results in re-visiting it later)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247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Dan RUNIŠKOVS</cp:lastModifiedBy>
  <cp:revision>3</cp:revision>
  <dcterms:created xsi:type="dcterms:W3CDTF">2021-12-17T12:45:32Z</dcterms:created>
  <dcterms:modified xsi:type="dcterms:W3CDTF">2026-06-07T12:20:36Z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